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A3756"/>
                </a:solidFill>
                <a:latin typeface="Calibri"/>
              </a:rPr>
              <a:t>Cleaning Operations Workflow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444444"/>
                </a:solidFill>
                <a:latin typeface="Calibri"/>
              </a:rPr>
              <a:t>Odoo 19 Field Service + Portal Cleaner Execution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1 — Manager-side operational evidence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Single-task visibility of QR entry, late check-in, timestamps, GPS, duration, and photo evidence.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09" y="1600200"/>
            <a:ext cx="1054927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2 — Assignment, site, and planned visit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Manager can see the visit title, customer site, planned window, and assigned cleaner.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23" y="1600200"/>
            <a:ext cx="1075484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3 — Cleaner portal homepage and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Cleaner accesses the workflow from a simple portal homepage through My Visits.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60" y="1600200"/>
            <a:ext cx="994097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4 — Cleaner work queue / My Visits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Cleaner sees only assigned visits with clear operational statuses.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06" y="1600200"/>
            <a:ext cx="9881881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5 — Visit detail before starting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Visit starts from a simple portal page with Start Visit and photo evidence sections.</a:t>
            </a:r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35" y="1600200"/>
            <a:ext cx="988502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6 — Visit started with graceful GPS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Check-in is recorded even when GPS cannot be captured.</a:t>
            </a:r>
          </a:p>
        </p:txBody>
      </p:sp>
      <p:pic>
        <p:nvPicPr>
          <p:cNvPr id="4" name="Picture 3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64" y="1600200"/>
            <a:ext cx="995596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7 — Before and after photo evidence captured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Cleaner uploads visual evidence directly from the portal.</a:t>
            </a:r>
          </a:p>
        </p:txBody>
      </p:sp>
      <p:pic>
        <p:nvPicPr>
          <p:cNvPr id="4" name="Picture 3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79" y="1600200"/>
            <a:ext cx="995813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8 — Visit completed with check-out and duration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System records check-out and computes total visit duration.</a:t>
            </a:r>
          </a:p>
        </p:txBody>
      </p:sp>
      <p:pic>
        <p:nvPicPr>
          <p:cNvPr id="4" name="Picture 3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0" y="1600200"/>
            <a:ext cx="1012061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9 — Late check-in visibility for the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Manager can clearly identify delayed visit starts versus the planned schedule.</a:t>
            </a:r>
          </a:p>
        </p:txBody>
      </p:sp>
      <p:pic>
        <p:nvPicPr>
          <p:cNvPr id="4" name="Picture 3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8" y="1600200"/>
            <a:ext cx="999531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10 — QR-based entry URL for the visit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Each visit can be opened through a lightweight URL-based QR entry flow.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518" y="1600200"/>
            <a:ext cx="984465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Calibri"/>
              </a:rPr>
              <a:t>Scene 11 — Printable portal visit summary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Manager can export a clean single-visit summary for review and presentation.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28" y="1600200"/>
            <a:ext cx="989143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Manager-side visit assignment and oversight</a:t>
            </a:r>
          </a:p>
          <a:p>
            <a:pPr>
              <a:spcAft>
                <a:spcPts val="1000"/>
              </a:spcAft>
              <a:defRPr sz="1800"/>
            </a:pPr>
            <a:r>
              <a:t>Cleaner portal execution flow</a:t>
            </a:r>
          </a:p>
          <a:p>
            <a:pPr>
              <a:spcAft>
                <a:spcPts val="1000"/>
              </a:spcAft>
              <a:defRPr sz="1800"/>
            </a:pPr>
            <a:r>
              <a:t>Start and end timestamps</a:t>
            </a:r>
          </a:p>
          <a:p>
            <a:pPr>
              <a:spcAft>
                <a:spcPts val="1000"/>
              </a:spcAft>
              <a:defRPr sz="1800"/>
            </a:pPr>
            <a:r>
              <a:t>Optional GPS at check-in with graceful fallback</a:t>
            </a:r>
          </a:p>
          <a:p>
            <a:pPr>
              <a:spcAft>
                <a:spcPts val="1000"/>
              </a:spcAft>
              <a:defRPr sz="1800"/>
            </a:pPr>
            <a:r>
              <a:t>Before and after photo evidence</a:t>
            </a:r>
          </a:p>
          <a:p>
            <a:pPr>
              <a:spcAft>
                <a:spcPts val="1000"/>
              </a:spcAft>
              <a:defRPr sz="1800"/>
            </a:pPr>
            <a:r>
              <a:t>Late check-in visibility</a:t>
            </a:r>
          </a:p>
          <a:p>
            <a:pPr>
              <a:spcAft>
                <a:spcPts val="1000"/>
              </a:spcAft>
              <a:defRPr sz="1800"/>
            </a:pPr>
            <a:r>
              <a:t>QR-based visit entry</a:t>
            </a:r>
          </a:p>
          <a:p>
            <a:pPr>
              <a:spcAft>
                <a:spcPts val="1000"/>
              </a:spcAft>
              <a:defRPr sz="1800"/>
            </a:pPr>
            <a:r>
              <a:t>Printable visit summary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